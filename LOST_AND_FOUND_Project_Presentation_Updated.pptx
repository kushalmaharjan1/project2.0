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Lost</c:v>
                </c:pt>
                <c:pt idx="1">
                  <c:v>Found</c:v>
                </c:pt>
                <c:pt idx="2">
                  <c:v>Resolved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Accessory</c:v>
                </c:pt>
                <c:pt idx="2">
                  <c:v>Document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297680"/>
          </a:xfrm>
          <a:prstGeom prst="rect">
            <a:avLst/>
          </a:prstGeom>
          <a:solidFill>
            <a:srgbClr val="0C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LOST &amp;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Lost &amp; Found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Kushal Maharjan  •  Nhuza Maharjan  •  Arpita Katuwal  •  Rohina Tandukar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A centralized web interface for reporting, browsing and resolving lost-and-found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" y="1252728"/>
            <a:ext cx="6547104" cy="4535424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008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417320"/>
            <a:ext cx="429768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54480"/>
            <a:ext cx="3931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Purpose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Make lost-and-found records easier to report, discover and manage.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743200"/>
            <a:ext cx="429768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880360"/>
            <a:ext cx="3931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Core users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Students, staff, visitors and community members.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4069080"/>
            <a:ext cx="429768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206240"/>
            <a:ext cx="3931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Main idea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Keep item information in one organized system instead of scattered notices.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A"/>
                </a:solidFill>
              </a:defRPr>
            </a:pPr>
            <a:r>
              <a:t>• Lost and found information is often scattered across messages, notice boards and word of mouth.</a:t>
            </a:r>
          </a:p>
          <a:p>
            <a:pPr>
              <a:spcAft>
                <a:spcPts val="1200"/>
              </a:spcAft>
              <a:defRPr sz="1900">
                <a:solidFill>
                  <a:srgbClr val="232D3A"/>
                </a:solidFill>
              </a:defRPr>
            </a:pPr>
            <a:r>
              <a:t>• People may not know where to search for an item or how to report one they found.</a:t>
            </a:r>
          </a:p>
          <a:p>
            <a:pPr>
              <a:spcAft>
                <a:spcPts val="1200"/>
              </a:spcAft>
              <a:defRPr sz="1900">
                <a:solidFill>
                  <a:srgbClr val="232D3A"/>
                </a:solidFill>
              </a:defRPr>
            </a:pPr>
            <a:r>
              <a:t>• Important details can be missed when there is no central record.</a:t>
            </a:r>
          </a:p>
          <a:p>
            <a:pPr>
              <a:spcAft>
                <a:spcPts val="1200"/>
              </a:spcAft>
              <a:defRPr sz="1900">
                <a:solidFill>
                  <a:srgbClr val="232D3A"/>
                </a:solidFill>
              </a:defRPr>
            </a:pPr>
            <a:r>
              <a:t>• A dedicated system can improve visibility and make recovery easier to track.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166360"/>
            <a:ext cx="8138160" cy="73152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Project response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A simple digital platform that brings reporting, browsing and resolution into one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60604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2240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Report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Allow users to submit lost or found item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60604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45919"/>
            <a:ext cx="2240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Browse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Provide a searchable list of reported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260604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19"/>
            <a:ext cx="2240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Track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Show item status such as LOST, FOUND and RESOLVED.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508760"/>
            <a:ext cx="260604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9" y="1645919"/>
            <a:ext cx="2240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Resolve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Support the process of returning items to their owners.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A"/>
                </a:solidFill>
              </a:defRPr>
            </a:pPr>
            <a:r>
              <a:t>• Provide a clear and simple interface.</a:t>
            </a:r>
          </a:p>
          <a:p>
            <a:pPr>
              <a:spcAft>
                <a:spcPts val="1200"/>
              </a:spcAft>
              <a:defRPr sz="1900">
                <a:solidFill>
                  <a:srgbClr val="232D3A"/>
                </a:solidFill>
              </a:defRPr>
            </a:pPr>
            <a:r>
              <a:t>• Create a foundation for analytics and future expansion.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4.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46CD3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6517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644"/>
                </a:solidFill>
              </a:defRPr>
            </a:pPr>
            <a:r>
              <a:t>Report Item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96312" y="2468880"/>
            <a:ext cx="320040" cy="457200"/>
          </a:xfrm>
          <a:prstGeom prst="rightArrow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96596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46CD3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6517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644"/>
                </a:solidFill>
              </a:defRPr>
            </a:pPr>
            <a:r>
              <a:t>Store Record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28031" y="2468880"/>
            <a:ext cx="320040" cy="457200"/>
          </a:xfrm>
          <a:prstGeom prst="rightArrow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196596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46CD3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6517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644"/>
                </a:solidFill>
              </a:defRPr>
            </a:pPr>
            <a:r>
              <a:t>Browse / Search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59752" y="2468880"/>
            <a:ext cx="320040" cy="457200"/>
          </a:xfrm>
          <a:prstGeom prst="rightArrow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196596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46CD3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26517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644"/>
                </a:solidFill>
              </a:defRPr>
            </a:pPr>
            <a:r>
              <a:t>Identify Match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91472" y="2468880"/>
            <a:ext cx="320040" cy="457200"/>
          </a:xfrm>
          <a:prstGeom prst="rightArrow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1965960" cy="1828800"/>
          </a:xfrm>
          <a:prstGeom prst="roundRect">
            <a:avLst/>
          </a:prstGeom>
          <a:solidFill>
            <a:srgbClr val="F4F8FD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46CD3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6517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644"/>
                </a:solidFill>
              </a:defRPr>
            </a:pPr>
            <a:r>
              <a:t>Mark Resolved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5.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The dashboard gives an immediate summary of the current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52728"/>
            <a:ext cx="6638544" cy="4626864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922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50876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12 total items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5 lost items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4 found items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3 resolved items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Recent Reports table gives a quick view of latest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6. Browse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Search and filter reported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252728"/>
            <a:ext cx="6729984" cy="4626864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ows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5836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Search by title, description or location.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Filter by status.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Filter by category.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View item records directly from the list.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JSON import is available in the shown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7. Report Lost or Found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The reporting form captures the information needed to identify an item.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" y="1252728"/>
            <a:ext cx="6638544" cy="4626864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por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922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50876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Title and status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Category and description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Location and date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Contact name and email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Save and reset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8. Item Details &amp;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Each record provides the information needed to review a reported item.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" y="1298448"/>
            <a:ext cx="6638544" cy="4489704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tem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49224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4630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Displays title, status, category and description.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Shows location and date.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Includes contact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Records when the item was reported.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Provides a 'Mark as Resolved'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9.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The current UI visualizes the project's records by status and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344168"/>
            <a:ext cx="5632704" cy="4398264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nalytics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425196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417320"/>
          <a:ext cx="53035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3657600"/>
          <a:ext cx="5303520" cy="2103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10. Project Visibility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</a:defRPr>
            </a:pPr>
            <a:r>
              <a:t>Using the actual dashboard counts, the current system has a clear activity profile.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56032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Total records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56032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39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Lost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256032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39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Found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25880"/>
            <a:ext cx="2560320" cy="114300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463039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Resolved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Lost items represent the largest current status group.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Found and resolved records show that the system can track progress beyond initial reporting.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Category analytics make it possible to understand what kinds of items are most frequently reported.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For a formal visibility study, future versions can collect real user visits, reports, matches and successful recoveries.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11.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Centralizes lost-and-found information in one location.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Makes reported items easier to discover.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Provides structured details for each record.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Tracks status from lost/found to resolved.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Gives administrators or users a quick dashboard view.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Creates a base for analytics and future automation.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12. Limitations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The quality of results depends on accurate information entered by users.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A larger deployment requires strong authentication, authorization and privacy controls.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Duplicate or false reports need validation.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Contact information should be handled securely.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Real-world effectiveness should be measured through user testing and recovery statistics.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13.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User login, profiles and role-based administration.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Image upload and image-based item identification.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Advanced filters by location, date, category and status.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Automatic notifications for possible matches.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Claim verification before marking an item as resolved.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Interactive map/location support.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Mobile-responsive interface or dedicated mobile app.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More detailed analytics: recovery rate, average resolution time and activity trends.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</a:defRPr>
            </a:pPr>
            <a:r>
              <a:t>• AI-assisted matching of descriptions and images.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14. Technology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The project is maintained in the GitHub repository Project2.0.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The repository contains the main LOST &amp; FOUND project folder.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The interface shown uses a clean dashboard-style web application design.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The system includes pages/views for dashboard, browsing, reporting, item details and analytics.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Data import/export functionality is visible in the navigation and browse interface.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The exact framework/database technologies should be listed from the final source configuration used by the team.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1463040"/>
          </a:xfrm>
          <a:prstGeom prst="roundRect">
            <a:avLst/>
          </a:prstGeom>
          <a:solidFill>
            <a:srgbClr val="F4F8FD"/>
          </a:solidFill>
          <a:ln>
            <a:solidFill>
              <a:srgbClr val="DC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46CD3"/>
                </a:solidFill>
              </a:defRPr>
            </a:pPr>
            <a:r>
              <a:t>LOST &amp; FOUND</a:t>
            </a:r>
          </a:p>
          <a:p>
            <a:pPr>
              <a:spcBef>
                <a:spcPts val="700"/>
              </a:spcBef>
              <a:defRPr sz="1300">
                <a:solidFill>
                  <a:srgbClr val="232D3A"/>
                </a:solidFill>
              </a:defRPr>
            </a:pPr>
            <a:r>
              <a:t>A practical management system that organizes reports, improves visibility and provides a clear path from reporting an item to resolving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The current interface already demonstrates a complete basic workflow.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The dashboard and analytics make project activity easy to understand.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Future enhancements can turn it into a larger campus or community-wide platform.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644"/>
                </a:solidFill>
              </a:defRPr>
            </a:pPr>
            <a:r>
              <a:t>16.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KushalMaharjan1, Project2.0 — GitHub repository.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LOST &amp; FOUND project interface/screenshots supplied by the project team.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GitHub documentation for repository and version-control concepts.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Any framework, database or library documentation used by the final implementation should be added to the submission's reference list.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</a:defRPr>
            </a:pPr>
            <a:r>
              <a:t>• All numerical charts in this revised presentation use the counts visible in the supplied project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46CD3"/>
                </a:solidFill>
              </a:defRPr>
            </a:pPr>
            <a:r>
              <a:t>github.com/KushalMaharjan1/Project2.0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</a:defRPr>
            </a:pPr>
            <a:r>
              <a:t>LOST &amp; FOUND  • 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3657600"/>
          </a:xfrm>
          <a:prstGeom prst="rect">
            <a:avLst/>
          </a:prstGeom>
          <a:solidFill>
            <a:srgbClr val="0C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Kushal Maharjan  •  Nhuza Maharjan  •  Arpita Katuwal  •  Rohina Tandukar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