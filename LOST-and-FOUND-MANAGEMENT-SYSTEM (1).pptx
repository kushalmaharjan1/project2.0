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embeddedFontLst>
    <p:embeddedFont>
      <p:font typeface="Marcellus" panose="020E0602050203020307" pitchFamily="34" charset="0"/>
      <p:regular r:id="rId18"/>
    </p:embeddedFont>
    <p:embeddedFont>
      <p:font typeface="Marcellus" panose="020E0602050203020307" pitchFamily="34" charset="-122"/>
      <p:regular r:id="rId19"/>
    </p:embeddedFont>
    <p:embeddedFont>
      <p:font typeface="Marcellus" panose="020E0602050203020307" pitchFamily="34" charset="-120"/>
      <p:regular r:id="rId20"/>
    </p:embeddedFont>
    <p:embeddedFont>
      <p:font typeface="Montserrat" pitchFamily="34" charset="0"/>
      <p:regular r:id="rId21"/>
    </p:embeddedFont>
    <p:embeddedFont>
      <p:font typeface="Montserrat" pitchFamily="34" charset="-122"/>
      <p:regular r:id="rId22"/>
    </p:embeddedFont>
    <p:embeddedFont>
      <p:font typeface="Montserrat" pitchFamily="34" charset="-120"/>
      <p:regular r:id="rId23"/>
    </p:embeddedFont>
    <p:embeddedFont>
      <p:font typeface="Montserrat Bold" pitchFamily="34" charset="0"/>
      <p:bold r:id="rId24"/>
    </p:embeddedFont>
    <p:embeddedFont>
      <p:font typeface="Montserrat Bold" pitchFamily="34" charset="-122"/>
      <p:bold r:id="rId25"/>
    </p:embeddedFont>
    <p:embeddedFont>
      <p:font typeface="Montserrat Bold" pitchFamily="34" charset="-120"/>
      <p:bold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>
              <a:alpha val="95000"/>
            </a:srgbClr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3152"/>
            <a:ext cx="10868745" cy="706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FFFFF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LOST &amp; FOUND MANAGEMENT SYSTEM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2185194"/>
            <a:ext cx="10868745" cy="8475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50" kern="0" spc="-26" dirty="0">
                <a:solidFill>
                  <a:srgbClr val="CADCFC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A lightweight Django web app for reporting, tracking, and resolving lost and found items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61475" y="3108325"/>
            <a:ext cx="10868745" cy="423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50" kern="0" spc="-26" dirty="0">
                <a:solidFill>
                  <a:srgbClr val="FFFFF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TEAM MEMBERS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61475" y="3815556"/>
            <a:ext cx="10868745" cy="1180902"/>
          </a:xfrm>
          <a:prstGeom prst="rect">
            <a:avLst/>
          </a:prstGeom>
          <a:noFill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Kushal Maharjan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Nhuza Maharjan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Arpita Katuwal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Rohina Tandukar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5209084"/>
            <a:ext cx="11478330" cy="2456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8B93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Presentation  ·  August 2026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0753"/>
            <a:ext cx="11478330" cy="2456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4B7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61475" y="2015430"/>
            <a:ext cx="10868745" cy="565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kern="0" spc="-34" dirty="0">
                <a:solidFill>
                  <a:srgbClr val="532418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Lost items rarely find their way back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64048"/>
            <a:ext cx="3496877" cy="21739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6410" y="3000177"/>
            <a:ext cx="226808" cy="29477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0" spc="-15" dirty="0">
                <a:solidFill>
                  <a:srgbClr val="00000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75881" y="3619996"/>
            <a:ext cx="3068065" cy="353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No searchable record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75881" y="4086622"/>
            <a:ext cx="3068065" cy="7369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Reports live in chats, posters, and word of mouth — then vanish.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7359" y="2864048"/>
            <a:ext cx="3496877" cy="21739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2294" y="3000177"/>
            <a:ext cx="226808" cy="29477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0" spc="-15" dirty="0">
                <a:solidFill>
                  <a:srgbClr val="00000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61766" y="3619996"/>
            <a:ext cx="3068065" cy="353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Inconsistent status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4561766" y="4086622"/>
            <a:ext cx="3068065" cy="7369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same item gets "found" twice, or is never marked claimed.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33244" y="2864048"/>
            <a:ext cx="3496877" cy="21739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68179" y="3000177"/>
            <a:ext cx="226808" cy="29477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0" spc="-15" dirty="0">
                <a:solidFill>
                  <a:srgbClr val="00000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47650" y="3619996"/>
            <a:ext cx="3068065" cy="353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No remote visibility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8247650" y="4086622"/>
            <a:ext cx="3068065" cy="4913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must physically visit a desk to check if your item turned up.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61475" y="5250656"/>
            <a:ext cx="11478330" cy="196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Lost &amp; Found Management System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3473"/>
            <a:ext cx="5848005" cy="193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B74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61475" y="1133078"/>
            <a:ext cx="5238421" cy="4804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kern="0" spc="-29" dirty="0">
                <a:solidFill>
                  <a:srgbClr val="FFFFF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One shared, always-on ledger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61475" y="1750020"/>
            <a:ext cx="5238421" cy="7723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lightweight Django web app gives the whole campus a single place to report, search, and resolve lost and found items — no database server, no accounts, just a transparent CSV/JSON ledger anyone can trust.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2645172"/>
            <a:ext cx="5238421" cy="915491"/>
          </a:xfrm>
          <a:prstGeom prst="rect">
            <a:avLst/>
          </a:prstGeom>
          <a:noFill/>
        </p:spPr>
        <p:txBody>
          <a:bodyPr wrap="square" lIns="0" tIns="64266" rIns="0" bIns="0" rtlCol="0" anchor="t">
            <a:normAutofit/>
          </a:bodyPr>
          <a:lstStyle/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 in seconds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&amp; filter instantly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Admin-gated edits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 evidence built in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8149" y="834231"/>
            <a:ext cx="4452628" cy="45268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93357" y="5514677"/>
            <a:ext cx="5848005" cy="193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home dashboard — real counts, pulled straight from the CSV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1475" y="5984180"/>
            <a:ext cx="11478330" cy="193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Lost &amp; Found Management System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7421"/>
            <a:ext cx="11478330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F4B7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FEATURES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095276"/>
            <a:ext cx="10868745" cy="452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kern="0" spc="-27" dirty="0">
                <a:solidFill>
                  <a:srgbClr val="532418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Everything a claims desk needs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28688"/>
            <a:ext cx="5373851" cy="13071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57667" y="1837531"/>
            <a:ext cx="181367" cy="2358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12" dirty="0">
                <a:solidFill>
                  <a:srgbClr val="00000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31730" y="2333526"/>
            <a:ext cx="5033340" cy="2825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Report an Item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31730" y="2688630"/>
            <a:ext cx="5033340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form, optional photo, no login required.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6270" y="1728688"/>
            <a:ext cx="5373950" cy="13071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52562" y="1837531"/>
            <a:ext cx="181367" cy="2358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12" dirty="0">
                <a:solidFill>
                  <a:srgbClr val="00000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326525" y="2333526"/>
            <a:ext cx="5033440" cy="2825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Browse &amp; Search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326525" y="2688630"/>
            <a:ext cx="5033440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by title, location, or status — shareable via URL.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56744"/>
            <a:ext cx="5373851" cy="13071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57667" y="3265587"/>
            <a:ext cx="181367" cy="2358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12" dirty="0">
                <a:solidFill>
                  <a:srgbClr val="00000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31730" y="3761581"/>
            <a:ext cx="5033340" cy="2825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Admin Edit / Resolve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31730" y="4116685"/>
            <a:ext cx="5033340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 details or mark an item Resolved, cookie-gated.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6270" y="3156744"/>
            <a:ext cx="5373950" cy="13071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52562" y="3265587"/>
            <a:ext cx="181367" cy="2358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12" dirty="0">
                <a:solidFill>
                  <a:srgbClr val="00000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326525" y="3761581"/>
            <a:ext cx="5033440" cy="2825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Delete with Confirm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326525" y="4116685"/>
            <a:ext cx="5033440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Removes the record and its photo, guarded by a prompt.</a:t>
            </a:r>
            <a:endParaRPr lang="en-US" sz="11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584799"/>
            <a:ext cx="5373851" cy="13071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57667" y="4693642"/>
            <a:ext cx="181367" cy="2358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12" dirty="0">
                <a:solidFill>
                  <a:srgbClr val="00000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31730" y="5189637"/>
            <a:ext cx="5033340" cy="2825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Live Dashboard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831730" y="5544741"/>
            <a:ext cx="5033340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/ Lost / Found / Resolved counts on every load.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6270" y="4584799"/>
            <a:ext cx="5373950" cy="13071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752562" y="4693642"/>
            <a:ext cx="181367" cy="2358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12" dirty="0">
                <a:solidFill>
                  <a:srgbClr val="00000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326525" y="5189637"/>
            <a:ext cx="5033440" cy="2825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Secure Admin Login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6326525" y="5544741"/>
            <a:ext cx="5033440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Signed, expiring cookie — no full auth system needed.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61475" y="6027936"/>
            <a:ext cx="11478330" cy="141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Lost &amp; Found Management System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6729"/>
            <a:ext cx="10868745" cy="2954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F4B74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HOW IT WORKS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661475" y="1005086"/>
            <a:ext cx="10868745" cy="5910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50" kern="0" spc="-36" dirty="0">
                <a:solidFill>
                  <a:srgbClr val="532418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From browser click to saved record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94570"/>
            <a:ext cx="3622882" cy="6326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9626" y="2559447"/>
            <a:ext cx="3306581" cy="2954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Browser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19626" y="2934295"/>
            <a:ext cx="3306581" cy="1888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submits a form or search query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794570"/>
            <a:ext cx="3622882" cy="6326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2508" y="2559447"/>
            <a:ext cx="3306581" cy="2954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URL Router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442508" y="2934295"/>
            <a:ext cx="3306581" cy="1888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Django dispatches to the matching view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794570"/>
            <a:ext cx="3622882" cy="6326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5390" y="2559447"/>
            <a:ext cx="3306581" cy="2954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View Logic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065390" y="2934295"/>
            <a:ext cx="3306581" cy="1888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Validates input, checks admin cookie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281263"/>
            <a:ext cx="3622882" cy="6326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9626" y="4046141"/>
            <a:ext cx="3306581" cy="2954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FFFFF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CSV / JSON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819626" y="4420989"/>
            <a:ext cx="3306581" cy="1888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 read from or written to disk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3281263"/>
            <a:ext cx="3622882" cy="6326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42508" y="4046141"/>
            <a:ext cx="3306581" cy="2954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Template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4442508" y="4420989"/>
            <a:ext cx="3306581" cy="1888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 rendered back to the browser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61475" y="4916785"/>
            <a:ext cx="11478330" cy="1888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</a:t>
            </a:r>
            <a:r>
              <a:rPr lang="en-US" sz="120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write (report, edit, delete) rewrites the CSV and re-syncs the JSON mirror in the same request — no background jobs, no queues.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61475" y="5254427"/>
            <a:ext cx="10868745" cy="946845"/>
          </a:xfrm>
          <a:prstGeom prst="roundRect">
            <a:avLst>
              <a:gd name="adj" fmla="val 7015"/>
            </a:avLst>
          </a:prstGeom>
          <a:solidFill>
            <a:srgbClr val="FFE0CC"/>
          </a:solidFill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626" y="5475486"/>
            <a:ext cx="247049" cy="1976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24825" y="5426174"/>
            <a:ext cx="10147245" cy="2954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00000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Zero background jobs</a:t>
            </a:r>
            <a:endParaRPr lang="en-US" sz="1750" dirty="0"/>
          </a:p>
        </p:txBody>
      </p:sp>
      <p:sp>
        <p:nvSpPr>
          <p:cNvPr id="23" name="Text 15"/>
          <p:cNvSpPr/>
          <p:nvPr/>
        </p:nvSpPr>
        <p:spPr>
          <a:xfrm>
            <a:off x="1224825" y="5853906"/>
            <a:ext cx="10756829" cy="1888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 and writes finish inside the same request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476"/>
            <a:ext cx="10868745" cy="347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F4B74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DEMO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957362"/>
            <a:ext cx="10868745" cy="556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50" kern="0" spc="-34" dirty="0">
                <a:solidFill>
                  <a:srgbClr val="532418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Browse, search, and manage in one view</a:t>
            </a:r>
            <a:endParaRPr lang="en-US" sz="3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4297"/>
            <a:ext cx="5207465" cy="37233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9105" y="1953121"/>
            <a:ext cx="5207465" cy="1151930"/>
          </a:xfrm>
          <a:prstGeom prst="rect">
            <a:avLst/>
          </a:prstGeom>
          <a:noFill/>
        </p:spPr>
        <p:txBody>
          <a:bodyPr wrap="square" lIns="0" tIns="74426" rIns="0" bIns="0" rtlCol="0" anchor="t">
            <a:normAutofit/>
          </a:bodyPr>
          <a:lstStyle/>
          <a:p>
            <a:pPr marL="294640" indent="-294640" algn="l">
              <a:lnSpc>
                <a:spcPct val="107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Combined search box — matches title or location</a:t>
            </a:r>
            <a:endParaRPr lang="en-US" sz="1450" dirty="0"/>
          </a:p>
          <a:p>
            <a:pPr marL="294640" indent="-294640" algn="l">
              <a:lnSpc>
                <a:spcPct val="107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dropdown filters Lost / Found / Resolved</a:t>
            </a:r>
            <a:endParaRPr lang="en-US" sz="1450" dirty="0"/>
          </a:p>
          <a:p>
            <a:pPr marL="294640" indent="-294640" algn="l">
              <a:lnSpc>
                <a:spcPct val="107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sees View · Edit · Delete on every row</a:t>
            </a:r>
            <a:endParaRPr lang="en-US" sz="1450" dirty="0"/>
          </a:p>
          <a:p>
            <a:pPr marL="294640" indent="-294640" algn="l">
              <a:lnSpc>
                <a:spcPct val="107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are shareable via the URL's query string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6129635"/>
            <a:ext cx="11478330" cy="1918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Lost &amp; Found Management System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9847"/>
            <a:ext cx="11478330" cy="2223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4B74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61475" y="1067495"/>
            <a:ext cx="10868745" cy="5285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kern="0" spc="-32" dirty="0">
                <a:solidFill>
                  <a:srgbClr val="532418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Reporting an item takes seconds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29916"/>
            <a:ext cx="4957837" cy="37472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7794" y="1992709"/>
            <a:ext cx="5218776" cy="1062930"/>
          </a:xfrm>
          <a:prstGeom prst="rect">
            <a:avLst/>
          </a:prstGeom>
          <a:noFill/>
        </p:spPr>
        <p:txBody>
          <a:bodyPr wrap="square" lIns="0" tIns="70705" rIns="0" bIns="0" rtlCol="0" anchor="t">
            <a:normAutofit/>
          </a:bodyPr>
          <a:lstStyle/>
          <a:p>
            <a:pPr marL="274320" indent="-274320" algn="l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to anyone — no login required to report</a:t>
            </a:r>
            <a:endParaRPr lang="en-US" sz="1350" dirty="0"/>
          </a:p>
          <a:p>
            <a:pPr marL="274320" indent="-274320" algn="l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photo upload for identification</a:t>
            </a:r>
            <a:endParaRPr lang="en-US" sz="1350" dirty="0"/>
          </a:p>
          <a:p>
            <a:pPr marL="274320" indent="-274320" algn="l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Title, category, location, date, contact fields</a:t>
            </a:r>
            <a:endParaRPr lang="en-US" sz="1350" dirty="0"/>
          </a:p>
          <a:p>
            <a:pPr marL="274320" indent="-274320" algn="l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Saved straight to CSV, mirrored to JSON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6149082"/>
            <a:ext cx="1147833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Lost &amp; Found Management System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959"/>
            <a:ext cx="1846911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213048"/>
            <a:ext cx="10868745" cy="706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FFFFF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Doesn't rely on too many extra add-ons.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661475" y="2391966"/>
            <a:ext cx="5203794" cy="353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F4B74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Python 3.12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475" y="2934196"/>
            <a:ext cx="5203794" cy="4913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language — csv, json, os, datetime from the standard library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614539"/>
            <a:ext cx="5203794" cy="353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F4B74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CSV + JSON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1475" y="4156770"/>
            <a:ext cx="5813379" cy="2456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Human-readable storage, no database server required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591447"/>
            <a:ext cx="5203794" cy="353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F4B74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HTML5 / CSS3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1475" y="5133677"/>
            <a:ext cx="5813379" cy="2456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embedded stylesheet, no build step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2391966"/>
            <a:ext cx="5203794" cy="353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F4B74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Django 6.1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32776" y="2934196"/>
            <a:ext cx="5813379" cy="2456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Routing, templates, CSRF protection, dev server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2776" y="3368873"/>
            <a:ext cx="5203794" cy="353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F4B74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django.core.signing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332776" y="3911104"/>
            <a:ext cx="5813379" cy="2456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Signed, tamper-proof admin session cookie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32776" y="4345781"/>
            <a:ext cx="5203794" cy="3532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F4B740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SQLite (reserved)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32776" y="4888012"/>
            <a:ext cx="5813379" cy="2456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Bundled with Django, ready for future migration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1475" y="5762030"/>
            <a:ext cx="11478330" cy="2456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Lost &amp; Found Management System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4098"/>
            <a:ext cx="1254094" cy="1651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4B7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61475" y="1011238"/>
            <a:ext cx="10868745" cy="5368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kern="0" spc="-33" dirty="0">
                <a:solidFill>
                  <a:srgbClr val="532418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Verified across every core user flow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794623" y="1893689"/>
            <a:ext cx="5061319" cy="592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kern="0" spc="-47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19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661475" y="2703909"/>
            <a:ext cx="5327715" cy="2276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test cases — all passing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35554" y="1893689"/>
            <a:ext cx="5061419" cy="592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kern="0" spc="-47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8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202406" y="2703909"/>
            <a:ext cx="5327814" cy="2276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fields per item record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4623" y="3362325"/>
            <a:ext cx="5061319" cy="592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kern="0" spc="-47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0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661475" y="4172545"/>
            <a:ext cx="5327715" cy="2276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 services or paid APIs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35554" y="3362325"/>
            <a:ext cx="5061419" cy="592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kern="0" spc="-47" dirty="0">
                <a:solidFill>
                  <a:srgbClr val="67534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6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6202406" y="4172545"/>
            <a:ext cx="5327814" cy="2276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CRUD &amp; auth routes 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1475" y="4592042"/>
            <a:ext cx="11478330" cy="2276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Configuration check (python manage.py check) reported zero errors before manual testing began.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1475" y="5011539"/>
            <a:ext cx="10868745" cy="802084"/>
          </a:xfrm>
          <a:prstGeom prst="rect">
            <a:avLst/>
          </a:prstGeom>
          <a:noFill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CRUD flows: report → search → edit → resolve → delete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control: edit/delete blocked when signed out</a:t>
            </a:r>
            <a:endParaRPr lang="en-US" sz="1400" dirty="0"/>
          </a:p>
          <a:p>
            <a:pPr marL="284480" indent="-284480" algn="l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cases: invalid item IDs, missing fields, open-redirect protection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1475" y="6005513"/>
            <a:ext cx="11478330" cy="1820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Lost &amp; Found Management System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60687"/>
            <a:ext cx="11478330" cy="2456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4B74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61475" y="2595364"/>
            <a:ext cx="10868745" cy="706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FFFFFF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Simple, transparent, and it just works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661475" y="3585270"/>
            <a:ext cx="10868745" cy="4913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Lost &amp; Found Management System proves a campus community doesn't need a heavy database or account system to solve a real coordination problem — just a clear lifecycle, an honest ledger, and a little bit of Django.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336455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661475" y="4621709"/>
            <a:ext cx="11478330" cy="2456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8B93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up: ORM migration, automated tests, and smarter LOST/FOUND matching.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075781"/>
            <a:ext cx="10868745" cy="706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532418"/>
                </a:solidFill>
                <a:latin typeface="Marcellus" panose="020E0602050203020307" pitchFamily="34" charset="0"/>
                <a:ea typeface="Marcellus" panose="020E0602050203020307" pitchFamily="34" charset="-122"/>
                <a:cs typeface="Marcellus" panose="020E0602050203020307" pitchFamily="34" charset="-120"/>
              </a:rPr>
              <a:t>THANK YOU</a:t>
            </a:r>
            <a:endParaRPr lang="en-US" sz="4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3700</Words>
  <Application>WPS Presentation</Application>
  <PresentationFormat>On-screen Show (16:9)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Marcellus</vt:lpstr>
      <vt:lpstr>Marcellus</vt:lpstr>
      <vt:lpstr>Marcellus</vt:lpstr>
      <vt:lpstr>Montserrat</vt:lpstr>
      <vt:lpstr>Montserrat</vt:lpstr>
      <vt:lpstr>Montserrat</vt:lpstr>
      <vt:lpstr>Montserrat Bold</vt:lpstr>
      <vt:lpstr>Montserrat Bold</vt:lpstr>
      <vt:lpstr>Montserrat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Suwarna Maharjan</cp:lastModifiedBy>
  <cp:revision>2</cp:revision>
  <dcterms:created xsi:type="dcterms:W3CDTF">2026-08-19T13:13:00Z</dcterms:created>
  <dcterms:modified xsi:type="dcterms:W3CDTF">2026-08-19T13:15:43Z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A136EF74F23F444CBE9FE637B8B5B825_12</vt:lpwstr>
  </property>
  <property fmtid="{D5CDD505-2E9C-101B-9397-08002B2CF9AE}" pid="3" name="KSOProductBuildVer">
    <vt:lpwstr>1033-12.1.0.28032</vt:lpwstr>
  </property>
</Properties>
</file>