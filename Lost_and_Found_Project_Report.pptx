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486400" cy="5486400"/>
          </a:xfrm>
          <a:prstGeom prst="ellipse">
            <a:avLst/>
          </a:prstGeom>
          <a:solidFill>
            <a:srgbClr val="1C5C55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194560" y="4754880"/>
            <a:ext cx="5029200" cy="5029200"/>
          </a:xfrm>
          <a:prstGeom prst="ellipse">
            <a:avLst/>
          </a:prstGeom>
          <a:solidFill>
            <a:srgbClr val="1C5C55">
              <a:alpha val="4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D97B29"/>
          </a:solidFill>
        </p:spPr>
      </p:sp>
      <p:pic>
        <p:nvPicPr>
          <p:cNvPr id="5" name="Image 0" descr="/home/claude/report_pptx/icons/mappi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995782"/>
            <a:ext cx="477317" cy="4773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B3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REPORT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8755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Lost &amp; Found Management System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8686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3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Django web application for reporting, browsing, and resolving lost and found items on campus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31750">
            <a:solidFill>
              <a:srgbClr val="D97B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0060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FB3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 / MODULE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2960" y="507492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&amp; Web Development Workshop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297680" y="480060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FB3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97680" y="507492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3.12 · Django 6.1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0" y="480060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FB3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FOR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772400" y="507492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Submission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8D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Note: replace the course, name, and date fields above with your own before submitting.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FB3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5"/>
          </a:solidFill>
        </p:spPr>
      </p:sp>
      <p:sp>
        <p:nvSpPr>
          <p:cNvPr id="5" name="Shape 3"/>
          <p:cNvSpPr/>
          <p:nvPr/>
        </p:nvSpPr>
        <p:spPr>
          <a:xfrm>
            <a:off x="822960" y="1828800"/>
            <a:ext cx="566928" cy="566928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6" name="Image 0" descr="/home/claude/report_pptx/icons/aler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195635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9692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121408"/>
            <a:ext cx="96926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Items lost or found on campus are usually reported informally — through word of mouth, printed notices, or scattered social-media posts. These channels are hard to search, easy to lose track of, and give staff no simple way to review, correct, or remove records.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457200" cy="457200"/>
          </a:xfrm>
          <a:prstGeom prst="ellipse">
            <a:avLst/>
          </a:prstGeom>
          <a:solidFill>
            <a:srgbClr val="D97B29"/>
          </a:solidFill>
        </p:spPr>
      </p:sp>
      <p:pic>
        <p:nvPicPr>
          <p:cNvPr id="10" name="Image 1" descr="/home/claude/report_pptx/icons/targ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323011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127248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776472"/>
            <a:ext cx="82296" cy="82296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13" name="Text 9"/>
          <p:cNvSpPr/>
          <p:nvPr/>
        </p:nvSpPr>
        <p:spPr>
          <a:xfrm>
            <a:off x="804672" y="3657600"/>
            <a:ext cx="5074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anyone submit a lost or found report without creating an account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82296" cy="82296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15" name="Text 11"/>
          <p:cNvSpPr/>
          <p:nvPr/>
        </p:nvSpPr>
        <p:spPr>
          <a:xfrm>
            <a:off x="804672" y="4315968"/>
            <a:ext cx="5074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administrators sole control over editing and deleting records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5093208"/>
            <a:ext cx="82296" cy="82296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17" name="Text 13"/>
          <p:cNvSpPr/>
          <p:nvPr/>
        </p:nvSpPr>
        <p:spPr>
          <a:xfrm>
            <a:off x="804672" y="4974336"/>
            <a:ext cx="5074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records durably in a human-readable format (CSV, mirrored to JSON)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5751576"/>
            <a:ext cx="82296" cy="82296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19" name="Text 15"/>
          <p:cNvSpPr/>
          <p:nvPr/>
        </p:nvSpPr>
        <p:spPr>
          <a:xfrm>
            <a:off x="804672" y="5632704"/>
            <a:ext cx="5074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search and status filtering across all reported items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63640" y="3127248"/>
            <a:ext cx="457200" cy="457200"/>
          </a:xfrm>
          <a:prstGeom prst="ellipse">
            <a:avLst/>
          </a:prstGeom>
          <a:solidFill>
            <a:srgbClr val="D97B29"/>
          </a:solidFill>
        </p:spPr>
      </p:sp>
      <p:pic>
        <p:nvPicPr>
          <p:cNvPr id="21" name="Image 2" descr="/home/claude/report_pptx/icons/sco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510" y="3230118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3127248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Scope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6263640" y="3776472"/>
            <a:ext cx="82296" cy="82296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24" name="Text 19"/>
          <p:cNvSpPr/>
          <p:nvPr/>
        </p:nvSpPr>
        <p:spPr>
          <a:xfrm>
            <a:off x="6519672" y="3657600"/>
            <a:ext cx="5074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Single-campus, single-admin deployment (one shared admin login)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263640" y="4434840"/>
            <a:ext cx="82296" cy="82296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26" name="Text 21"/>
          <p:cNvSpPr/>
          <p:nvPr/>
        </p:nvSpPr>
        <p:spPr>
          <a:xfrm>
            <a:off x="6519672" y="4315968"/>
            <a:ext cx="5074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and optional photo per item — no messaging between users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263640" y="5093208"/>
            <a:ext cx="82296" cy="82296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28" name="Text 23"/>
          <p:cNvSpPr/>
          <p:nvPr/>
        </p:nvSpPr>
        <p:spPr>
          <a:xfrm>
            <a:off x="6519672" y="4974336"/>
            <a:ext cx="5074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file-based storage; no external database server required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263640" y="5751576"/>
            <a:ext cx="82296" cy="82296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30" name="Text 25"/>
          <p:cNvSpPr/>
          <p:nvPr/>
        </p:nvSpPr>
        <p:spPr>
          <a:xfrm>
            <a:off x="6519672" y="5632704"/>
            <a:ext cx="5074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Excludes notifications, matching automation, and multi-admin roles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 &amp; Found Management System — Project Report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FB3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solutions and why this project's technology stack was chosen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783080"/>
          <a:ext cx="11064240" cy="214884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Approach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How records are kept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limitation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Physical notice board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Paper flyers pinned in a common area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B6B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searchable; easily lost, torn, or overlooked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Social media group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Free-text posts in a chat or feed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B6B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structure; old posts get buried, hard to verify status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Spreadsheet (shared)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Manually typed rows in Excel / Sheets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B6B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 access control; anyone can edit or delete any row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This project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Structured CSV records via a web form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5B6B6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Single-admin model; no multi-user roles (see Limitations)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Technologies Chosen and Why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61772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F4F6F5"/>
          </a:solidFill>
        </p:spPr>
      </p:sp>
      <p:sp>
        <p:nvSpPr>
          <p:cNvPr id="8" name="Shape 5"/>
          <p:cNvSpPr/>
          <p:nvPr/>
        </p:nvSpPr>
        <p:spPr>
          <a:xfrm>
            <a:off x="749808" y="4800600"/>
            <a:ext cx="475488" cy="475488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9" name="Image 0" descr="/home/claude/report_pptx/icons/serv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3" y="4907585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5349240"/>
            <a:ext cx="2295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Django 6.1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49808" y="5623560"/>
            <a:ext cx="229514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Batteries-included routing, templating, and form handling for a small campus app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383280" y="461772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F4F6F5"/>
          </a:solidFill>
        </p:spPr>
      </p:sp>
      <p:sp>
        <p:nvSpPr>
          <p:cNvPr id="13" name="Shape 9"/>
          <p:cNvSpPr/>
          <p:nvPr/>
        </p:nvSpPr>
        <p:spPr>
          <a:xfrm>
            <a:off x="3584448" y="4800600"/>
            <a:ext cx="475488" cy="475488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14" name="Image 1" descr="/home/claude/report_pptx/icons/filetex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433" y="4907585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84448" y="5349240"/>
            <a:ext cx="2295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+ JSON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84448" y="5623560"/>
            <a:ext cx="229514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Human-readable records that don't require installing or administering a database server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217920" y="461772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F4F6F5"/>
          </a:solidFill>
        </p:spPr>
      </p:sp>
      <p:sp>
        <p:nvSpPr>
          <p:cNvPr id="18" name="Shape 13"/>
          <p:cNvSpPr/>
          <p:nvPr/>
        </p:nvSpPr>
        <p:spPr>
          <a:xfrm>
            <a:off x="6419088" y="4800600"/>
            <a:ext cx="475488" cy="475488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19" name="Image 2" descr="/home/claude/report_pptx/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073" y="4907585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19088" y="5349240"/>
            <a:ext cx="2295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Signed cookies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419088" y="5623560"/>
            <a:ext cx="229514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admin check using django.core.signing — no auth tables or migrations needed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9052560" y="4617720"/>
            <a:ext cx="2697480" cy="1600200"/>
          </a:xfrm>
          <a:prstGeom prst="roundRect">
            <a:avLst>
              <a:gd name="adj" fmla="val 4000"/>
            </a:avLst>
          </a:prstGeom>
          <a:solidFill>
            <a:srgbClr val="F4F6F5"/>
          </a:solidFill>
        </p:spPr>
      </p:sp>
      <p:sp>
        <p:nvSpPr>
          <p:cNvPr id="23" name="Shape 17"/>
          <p:cNvSpPr/>
          <p:nvPr/>
        </p:nvSpPr>
        <p:spPr>
          <a:xfrm>
            <a:off x="9253728" y="4800600"/>
            <a:ext cx="475488" cy="475488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24" name="Image 3" descr="/home/claude/report_pptx/icons/im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0713" y="4907585"/>
            <a:ext cx="261518" cy="26151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253728" y="5349240"/>
            <a:ext cx="229514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Django FILES API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253728" y="5623560"/>
            <a:ext cx="2295144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Native multipart handling for optional item photos, saved to a local media folder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 &amp; Found Management System — Project Report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FB3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Design —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F3D3E"/>
          </a:solidFill>
        </p:spPr>
      </p:sp>
      <p:sp>
        <p:nvSpPr>
          <p:cNvPr id="5" name="Shape 3"/>
          <p:cNvSpPr/>
          <p:nvPr/>
        </p:nvSpPr>
        <p:spPr>
          <a:xfrm>
            <a:off x="1531620" y="2267712"/>
            <a:ext cx="548640" cy="548640"/>
          </a:xfrm>
          <a:prstGeom prst="ellipse">
            <a:avLst/>
          </a:prstGeom>
          <a:solidFill>
            <a:srgbClr val="D97B29"/>
          </a:solidFill>
        </p:spPr>
      </p:sp>
      <p:pic>
        <p:nvPicPr>
          <p:cNvPr id="6" name="Image 0" descr="/home/claude/report_pptx/icons/brows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239115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2148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136392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Templates render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/ items / report / detail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520440" y="21031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C5C55"/>
          </a:solidFill>
        </p:spPr>
      </p:sp>
      <p:sp>
        <p:nvSpPr>
          <p:cNvPr id="10" name="Shape 7"/>
          <p:cNvSpPr/>
          <p:nvPr/>
        </p:nvSpPr>
        <p:spPr>
          <a:xfrm>
            <a:off x="4549140" y="2267712"/>
            <a:ext cx="548640" cy="548640"/>
          </a:xfrm>
          <a:prstGeom prst="ellipse">
            <a:avLst/>
          </a:prstGeom>
          <a:solidFill>
            <a:srgbClr val="D97B29"/>
          </a:solidFill>
        </p:spPr>
      </p:sp>
      <p:pic>
        <p:nvPicPr>
          <p:cNvPr id="11" name="Image 1" descr="/home/claude/report_pptx/icons/gi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39115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880360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Django URLs &amp; Views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11880" y="3136392"/>
            <a:ext cx="2423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pages/urls.py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pages/views.py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675120" y="21031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0F3D3E"/>
          </a:solidFill>
        </p:spPr>
      </p:sp>
      <p:sp>
        <p:nvSpPr>
          <p:cNvPr id="15" name="Shape 11"/>
          <p:cNvSpPr/>
          <p:nvPr/>
        </p:nvSpPr>
        <p:spPr>
          <a:xfrm>
            <a:off x="7635240" y="2267712"/>
            <a:ext cx="548640" cy="548640"/>
          </a:xfrm>
          <a:prstGeom prst="ellipse">
            <a:avLst/>
          </a:prstGeom>
          <a:solidFill>
            <a:srgbClr val="D97B29"/>
          </a:solidFill>
        </p:spPr>
      </p:sp>
      <p:pic>
        <p:nvPicPr>
          <p:cNvPr id="16" name="Image 2" descr="/home/claude/report_pptx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4" y="239115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2880360"/>
            <a:ext cx="2286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Storage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766560" y="31363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data/lost_found.csv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data/lost_found.json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971800" y="2688336"/>
            <a:ext cx="530352" cy="201168"/>
          </a:xfrm>
          <a:prstGeom prst="rightArrow">
            <a:avLst/>
          </a:prstGeom>
          <a:solidFill>
            <a:srgbClr val="6FB3A0"/>
          </a:solidFill>
        </p:spPr>
      </p:sp>
      <p:sp>
        <p:nvSpPr>
          <p:cNvPr id="20" name="Shape 15"/>
          <p:cNvSpPr/>
          <p:nvPr/>
        </p:nvSpPr>
        <p:spPr>
          <a:xfrm>
            <a:off x="6400800" y="2688336"/>
            <a:ext cx="530352" cy="201168"/>
          </a:xfrm>
          <a:prstGeom prst="rightArrow">
            <a:avLst/>
          </a:prstGeom>
          <a:solidFill>
            <a:srgbClr val="6FB3A0"/>
          </a:solidFill>
        </p:spPr>
      </p:sp>
      <p:sp>
        <p:nvSpPr>
          <p:cNvPr id="21" name="Shape 16"/>
          <p:cNvSpPr/>
          <p:nvPr/>
        </p:nvSpPr>
        <p:spPr>
          <a:xfrm>
            <a:off x="3520440" y="397764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D97B29"/>
          </a:solidFill>
        </p:spPr>
      </p:sp>
      <p:sp>
        <p:nvSpPr>
          <p:cNvPr id="22" name="Shape 17"/>
          <p:cNvSpPr/>
          <p:nvPr/>
        </p:nvSpPr>
        <p:spPr>
          <a:xfrm>
            <a:off x="4604004" y="4114800"/>
            <a:ext cx="438912" cy="438912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23" name="Image 3" descr="/home/claude/report_pptx/icons/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759" y="4213555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611880" y="4663440"/>
            <a:ext cx="2423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Signed admin cookie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818888" y="3474720"/>
            <a:ext cx="0" cy="502920"/>
          </a:xfrm>
          <a:prstGeom prst="line">
            <a:avLst/>
          </a:prstGeom>
          <a:noFill/>
          <a:ln w="25400">
            <a:solidFill>
              <a:srgbClr val="D97B29"/>
            </a:solidFill>
            <a:prstDash val="dash"/>
          </a:ln>
        </p:spPr>
      </p:sp>
      <p:sp>
        <p:nvSpPr>
          <p:cNvPr id="26" name="Text 20"/>
          <p:cNvSpPr/>
          <p:nvPr/>
        </p:nvSpPr>
        <p:spPr>
          <a:xfrm>
            <a:off x="6309360" y="4096512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Gates edit_item() and delete_item()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the @admin_required decorator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6F5"/>
          </a:solidFill>
        </p:spPr>
      </p:sp>
      <p:sp>
        <p:nvSpPr>
          <p:cNvPr id="28" name="Text 22"/>
          <p:cNvSpPr/>
          <p:nvPr/>
        </p:nvSpPr>
        <p:spPr>
          <a:xfrm>
            <a:off x="822960" y="5486400"/>
            <a:ext cx="10515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database-backed authentication. Earlier revisions relied on django.contrib.auth, which meant every fresh copy of the project failed with OperationalError: no such table until migrate (and createsuperuser) had been run. Replacing that with a signed cookie checked against ADMIN_USERNAME / ADMIN_PASSWORD in settings.py removes that setup step entirely.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 &amp; Found Management System — Project Report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FB3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Design — Data Flow &amp;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 Submission 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5760" cy="365760"/>
          </a:xfrm>
          <a:prstGeom prst="ellipse">
            <a:avLst/>
          </a:prstGeom>
          <a:solidFill>
            <a:srgbClr val="0F3D3E"/>
          </a:solidFill>
        </p:spPr>
      </p:sp>
      <p:sp>
        <p:nvSpPr>
          <p:cNvPr id="6" name="Text 4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938528"/>
            <a:ext cx="4526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submits the report form (title, status, category, location, date, description, contact, optional photo)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365760" cy="365760"/>
          </a:xfrm>
          <a:prstGeom prst="ellipse">
            <a:avLst/>
          </a:prstGeom>
          <a:solidFill>
            <a:srgbClr val="0F3D3E"/>
          </a:solidFill>
        </p:spPr>
      </p:sp>
      <p:sp>
        <p:nvSpPr>
          <p:cNvPr id="9" name="Text 7"/>
          <p:cNvSpPr/>
          <p:nvPr/>
        </p:nvSpPr>
        <p:spPr>
          <a:xfrm>
            <a:off x="548640" y="286207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834640"/>
            <a:ext cx="4526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reads the current CSV into memory with read_items()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365760" cy="365760"/>
          </a:xfrm>
          <a:prstGeom prst="ellipse">
            <a:avLst/>
          </a:prstGeom>
          <a:solidFill>
            <a:srgbClr val="0F3D3E"/>
          </a:solidFill>
        </p:spPr>
      </p:sp>
      <p:sp>
        <p:nvSpPr>
          <p:cNvPr id="12" name="Text 10"/>
          <p:cNvSpPr/>
          <p:nvPr/>
        </p:nvSpPr>
        <p:spPr>
          <a:xfrm>
            <a:off x="548640" y="375818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730752"/>
            <a:ext cx="4526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row is appended and the full file is rewritten with write_items()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654296"/>
            <a:ext cx="365760" cy="365760"/>
          </a:xfrm>
          <a:prstGeom prst="ellipse">
            <a:avLst/>
          </a:prstGeom>
          <a:solidFill>
            <a:srgbClr val="0F3D3E"/>
          </a:solidFill>
        </p:spPr>
      </p:sp>
      <p:sp>
        <p:nvSpPr>
          <p:cNvPr id="15" name="Text 13"/>
          <p:cNvSpPr/>
          <p:nvPr/>
        </p:nvSpPr>
        <p:spPr>
          <a:xfrm>
            <a:off x="548640" y="465429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626864"/>
            <a:ext cx="4526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sync_json() mirrors the same records to lost_found.json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1508760"/>
            <a:ext cx="5394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Record Structure (data/lost_found.csv)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6263640" y="1920240"/>
          <a:ext cx="5394960" cy="384175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</a:tblGrid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Field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C55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title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Short item name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status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LOST · FOUND · RESOLVED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category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Item type, e.g. electronics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location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Where lost or found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date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Date of the report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description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Free-text details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contact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Reporter's contact info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image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Saved photo filename, if any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54864" marB="54864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 &amp; Found Management System — Project Report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FB3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— 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4F6F5"/>
          </a:solidFill>
        </p:spPr>
      </p:sp>
      <p:sp>
        <p:nvSpPr>
          <p:cNvPr id="5" name="Shape 3"/>
          <p:cNvSpPr/>
          <p:nvPr/>
        </p:nvSpPr>
        <p:spPr>
          <a:xfrm>
            <a:off x="804672" y="1947672"/>
            <a:ext cx="621792" cy="621792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6" name="Image 0" descr="/home/claude/report_pptx/icons/filetex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75" y="2087575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309981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an item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044952"/>
            <a:ext cx="309981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to everyone — no login required to submit a lost or found record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4F6F5"/>
          </a:solidFill>
        </p:spPr>
      </p:sp>
      <p:sp>
        <p:nvSpPr>
          <p:cNvPr id="10" name="Shape 7"/>
          <p:cNvSpPr/>
          <p:nvPr/>
        </p:nvSpPr>
        <p:spPr>
          <a:xfrm>
            <a:off x="4553712" y="1947672"/>
            <a:ext cx="621792" cy="621792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11" name="Image 1" descr="/home/claude/report_pptx/icons/searc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615" y="2087575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697480"/>
            <a:ext cx="309981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&amp; filter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3044952"/>
            <a:ext cx="309981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by title/location and filter by status across all records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4F6F5"/>
          </a:solidFill>
        </p:spPr>
      </p:sp>
      <p:sp>
        <p:nvSpPr>
          <p:cNvPr id="15" name="Shape 11"/>
          <p:cNvSpPr/>
          <p:nvPr/>
        </p:nvSpPr>
        <p:spPr>
          <a:xfrm>
            <a:off x="8302752" y="1947672"/>
            <a:ext cx="621792" cy="621792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16" name="Image 2" descr="/home/claude/report_pptx/icons/im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655" y="2087575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697480"/>
            <a:ext cx="309981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Photo upload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3044952"/>
            <a:ext cx="309981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 image saved via Django's FILES API into data/images/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4F6F5"/>
          </a:solidFill>
        </p:spPr>
      </p:sp>
      <p:sp>
        <p:nvSpPr>
          <p:cNvPr id="20" name="Shape 15"/>
          <p:cNvSpPr/>
          <p:nvPr/>
        </p:nvSpPr>
        <p:spPr>
          <a:xfrm>
            <a:off x="804672" y="4416552"/>
            <a:ext cx="621792" cy="621792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21" name="Image 3" descr="/home/claude/report_pptx/icons/edi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" y="4556455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166360"/>
            <a:ext cx="309981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records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5513832"/>
            <a:ext cx="309981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Admin-only — gated behind the signed-cookie @admin_required check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416052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4F6F5"/>
          </a:solidFill>
        </p:spPr>
      </p:sp>
      <p:sp>
        <p:nvSpPr>
          <p:cNvPr id="25" name="Shape 19"/>
          <p:cNvSpPr/>
          <p:nvPr/>
        </p:nvSpPr>
        <p:spPr>
          <a:xfrm>
            <a:off x="4553712" y="4416552"/>
            <a:ext cx="621792" cy="621792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26" name="Image 4" descr="/home/claude/report_pptx/icons/tra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615" y="4556455"/>
            <a:ext cx="341986" cy="3419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5166360"/>
            <a:ext cx="309981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records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5513832"/>
            <a:ext cx="309981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Admin-only, with the matching photo file removed from disk too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416052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4F6F5"/>
          </a:solidFill>
        </p:spPr>
      </p:sp>
      <p:sp>
        <p:nvSpPr>
          <p:cNvPr id="30" name="Shape 23"/>
          <p:cNvSpPr/>
          <p:nvPr/>
        </p:nvSpPr>
        <p:spPr>
          <a:xfrm>
            <a:off x="8302752" y="4416552"/>
            <a:ext cx="621792" cy="621792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31" name="Image 5" descr="/home/claude/report_pptx/icons/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655" y="4556455"/>
            <a:ext cx="341986" cy="3419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02752" y="5166360"/>
            <a:ext cx="309981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↔ JSON sync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5513832"/>
            <a:ext cx="309981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write keeps the JSON mirror consistent with the CSV source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 &amp; Found Management System — Project Report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FB3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scenario testing against valid input, invalid input, and access-control boundaries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828800"/>
          <a:ext cx="11064240" cy="416052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3108960"/>
                <a:gridCol w="128016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Scenario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Steps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Expected result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Result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Anonymous report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Submit the report form while logged out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Item is saved; redirected to the items list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 Pass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Non-admin edit attempt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 in as a non-admin, open an item's edit link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Blocked — redirected to /login/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 Pass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Admin edit &amp; delete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 in as admin, edit a field, then delete the item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CSV and JSON both updated correctly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 Pass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Invalid item id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Visit /items/999/ for a non-existent row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Handled gracefully, no server error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 Pass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Missing data file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Request a page before lost_found.csv exists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FileNotFoundError caught, empty list shown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 Pass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Empty dataset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View the dashboard with zero records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Stats show 0 without dividing by zero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7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✓ Pass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 &amp; Found Management System — Project Report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FB3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D97B29"/>
          </a:solidFill>
        </p:spPr>
      </p:sp>
      <p:pic>
        <p:nvPicPr>
          <p:cNvPr id="5" name="Image 0" descr="/home/claude/report_pptx/icons/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1713357"/>
            <a:ext cx="276606" cy="276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60020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Achieved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395728"/>
            <a:ext cx="73152" cy="73152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8" name="Text 5"/>
          <p:cNvSpPr/>
          <p:nvPr/>
        </p:nvSpPr>
        <p:spPr>
          <a:xfrm>
            <a:off x="768096" y="2276856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reporting with admin-gated edit/delete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236976"/>
            <a:ext cx="73152" cy="73152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10" name="Text 7"/>
          <p:cNvSpPr/>
          <p:nvPr/>
        </p:nvSpPr>
        <p:spPr>
          <a:xfrm>
            <a:off x="768096" y="3118104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storage auto-mirrored to JSON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4078224"/>
            <a:ext cx="73152" cy="73152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12" name="Text 9"/>
          <p:cNvSpPr/>
          <p:nvPr/>
        </p:nvSpPr>
        <p:spPr>
          <a:xfrm>
            <a:off x="768096" y="3959352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Search, status filtering, and photo uploads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4919472"/>
            <a:ext cx="73152" cy="73152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14" name="Text 11"/>
          <p:cNvSpPr/>
          <p:nvPr/>
        </p:nvSpPr>
        <p:spPr>
          <a:xfrm>
            <a:off x="768096" y="4800600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database setup required to run the app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43400" y="1600200"/>
            <a:ext cx="502920" cy="502920"/>
          </a:xfrm>
          <a:prstGeom prst="ellipse">
            <a:avLst/>
          </a:prstGeom>
          <a:solidFill>
            <a:srgbClr val="D97B29"/>
          </a:solidFill>
        </p:spPr>
      </p:sp>
      <p:pic>
        <p:nvPicPr>
          <p:cNvPr id="16" name="Image 1" descr="/home/claude/report_pptx/icons/aler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557" y="1713357"/>
            <a:ext cx="276606" cy="2766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65192" y="160020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343400" y="2395728"/>
            <a:ext cx="73152" cy="73152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19" name="Text 15"/>
          <p:cNvSpPr/>
          <p:nvPr/>
        </p:nvSpPr>
        <p:spPr>
          <a:xfrm>
            <a:off x="4562856" y="2276856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shared admin account, not per-user roles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343400" y="3236976"/>
            <a:ext cx="73152" cy="73152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21" name="Text 17"/>
          <p:cNvSpPr/>
          <p:nvPr/>
        </p:nvSpPr>
        <p:spPr>
          <a:xfrm>
            <a:off x="4562856" y="3137154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Rows addressed by CSV position, not a stable ID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343400" y="4078224"/>
            <a:ext cx="73152" cy="73152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23" name="Text 19"/>
          <p:cNvSpPr/>
          <p:nvPr/>
        </p:nvSpPr>
        <p:spPr>
          <a:xfrm>
            <a:off x="4562856" y="3959352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validation stops empty or duplicate reports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343400" y="4919472"/>
            <a:ext cx="73152" cy="73152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25" name="Text 21"/>
          <p:cNvSpPr/>
          <p:nvPr/>
        </p:nvSpPr>
        <p:spPr>
          <a:xfrm>
            <a:off x="4562856" y="4800600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automated test suite yet (tests.py is empty)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138160" y="1600200"/>
            <a:ext cx="502920" cy="502920"/>
          </a:xfrm>
          <a:prstGeom prst="ellipse">
            <a:avLst/>
          </a:prstGeom>
          <a:solidFill>
            <a:srgbClr val="D97B29"/>
          </a:solidFill>
        </p:spPr>
      </p:sp>
      <p:pic>
        <p:nvPicPr>
          <p:cNvPr id="27" name="Image 2" descr="/home/claude/report_pptx/icons/tre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317" y="1713357"/>
            <a:ext cx="276606" cy="27660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759952" y="160020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138160" y="2395728"/>
            <a:ext cx="73152" cy="73152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30" name="Text 25"/>
          <p:cNvSpPr/>
          <p:nvPr/>
        </p:nvSpPr>
        <p:spPr>
          <a:xfrm>
            <a:off x="8357616" y="2276856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 a permanent ID to each item record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8138160" y="3236976"/>
            <a:ext cx="73152" cy="73152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32" name="Text 27"/>
          <p:cNvSpPr/>
          <p:nvPr/>
        </p:nvSpPr>
        <p:spPr>
          <a:xfrm>
            <a:off x="8357616" y="3118104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server-side validation on the report form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138160" y="4078224"/>
            <a:ext cx="73152" cy="73152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34" name="Text 29"/>
          <p:cNvSpPr/>
          <p:nvPr/>
        </p:nvSpPr>
        <p:spPr>
          <a:xfrm>
            <a:off x="8357616" y="3959352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Introduce automated tests for CRUD and access control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138160" y="4919472"/>
            <a:ext cx="73152" cy="73152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36" name="Text 31"/>
          <p:cNvSpPr/>
          <p:nvPr/>
        </p:nvSpPr>
        <p:spPr>
          <a:xfrm>
            <a:off x="8357616" y="4800600"/>
            <a:ext cx="3383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7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multiple named admin accounts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D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 &amp; Found Management System — Project Report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D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FB3A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5" name="Image 0" descr="/home/claude/report_pptx/icons/boo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18402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3736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Libraries &amp; Frameworks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4360" y="2395728"/>
            <a:ext cx="64008" cy="64008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8" name="Text 5"/>
          <p:cNvSpPr/>
          <p:nvPr/>
        </p:nvSpPr>
        <p:spPr>
          <a:xfrm>
            <a:off x="804672" y="2276856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Django Software Foundation. Django Documentation (v6.1). https://docs.djangoproject.com/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2852928"/>
            <a:ext cx="64008" cy="64008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10" name="Text 7"/>
          <p:cNvSpPr/>
          <p:nvPr/>
        </p:nvSpPr>
        <p:spPr>
          <a:xfrm>
            <a:off x="804672" y="2734056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Software Foundation. csv — CSV File Reading and Writing. https://docs.python.org/3/library/csv.html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3310128"/>
            <a:ext cx="64008" cy="64008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12" name="Text 9"/>
          <p:cNvSpPr/>
          <p:nvPr/>
        </p:nvSpPr>
        <p:spPr>
          <a:xfrm>
            <a:off x="804672" y="3191256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Software Foundation. json — JSON Encoder and Decoder. https://docs.python.org/3/library/json.html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" y="3767328"/>
            <a:ext cx="64008" cy="64008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14" name="Text 11"/>
          <p:cNvSpPr/>
          <p:nvPr/>
        </p:nvSpPr>
        <p:spPr>
          <a:xfrm>
            <a:off x="804672" y="3648456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Django Software Foundation. django.core.signing — Cryptographic Signing. https://docs.djangoproject.com/en/stable/topics/signing/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0F3D3E"/>
          </a:solidFill>
        </p:spPr>
      </p:sp>
      <p:pic>
        <p:nvPicPr>
          <p:cNvPr id="16" name="Image 1" descr="/home/claude/report_pptx/icons/cod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453771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443484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Tutorials &amp; Guides Followed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94360" y="5093208"/>
            <a:ext cx="64008" cy="64008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19" name="Text 15"/>
          <p:cNvSpPr/>
          <p:nvPr/>
        </p:nvSpPr>
        <p:spPr>
          <a:xfrm>
            <a:off x="804672" y="4974336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Django Software Foundation. Writing your first Django app (official tutorial series). https://docs.djangoproject.com/en/stable/intro/tutorial01/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94360" y="5550408"/>
            <a:ext cx="64008" cy="64008"/>
          </a:xfrm>
          <a:prstGeom prst="ellipse">
            <a:avLst/>
          </a:prstGeom>
          <a:solidFill>
            <a:srgbClr val="D97B29"/>
          </a:solidFill>
        </p:spPr>
      </p:sp>
      <p:sp>
        <p:nvSpPr>
          <p:cNvPr id="21" name="Text 17"/>
          <p:cNvSpPr/>
          <p:nvPr/>
        </p:nvSpPr>
        <p:spPr>
          <a:xfrm>
            <a:off x="804672" y="5431536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Mozilla Developer Network. Django Web Framework (Python). https://developer.mozilla.org/en-US/docs/Learn/Server-side/Django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5"/>
          </a:solidFill>
        </p:spPr>
      </p:sp>
      <p:sp>
        <p:nvSpPr>
          <p:cNvPr id="23" name="Text 19"/>
          <p:cNvSpPr/>
          <p:nvPr/>
        </p:nvSpPr>
        <p:spPr>
          <a:xfrm>
            <a:off x="777240" y="5943600"/>
            <a:ext cx="10607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or extend this list with the specific tutorials, Stack Overflow threads, or course material you personally consulted.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 &amp; Found Management System — Project Report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6471</Words>
  <Application>WPS Presentation</Application>
  <PresentationFormat>On-screen Show (16:9)</PresentationFormat>
  <Paragraphs>366</Paragraphs>
  <Slides>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Lost &amp; Found Management System</dc:creator>
  <dc:subject>PptxGenJS Presentation</dc:subject>
  <cp:lastModifiedBy>kusha</cp:lastModifiedBy>
  <cp:revision>2</cp:revision>
  <dcterms:created xsi:type="dcterms:W3CDTF">2026-08-19T04:47:00Z</dcterms:created>
  <dcterms:modified xsi:type="dcterms:W3CDTF">2026-08-19T06:28:58Z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C37DCCCF896042CA9F606DF3D0CD6A91_12</vt:lpwstr>
  </property>
</Properties>
</file>